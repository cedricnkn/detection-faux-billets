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84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5" r:id="rId25"/>
    <p:sldId id="282" r:id="rId26"/>
    <p:sldId id="283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673" autoAdjust="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KENE Cedric UCI NC" userId="e853633b-421e-4807-95b8-7e283d54f0af" providerId="ADAL" clId="{91AEA5EF-D796-4094-A231-1451225C1149}"/>
    <pc:docChg chg="modSld">
      <pc:chgData name="NKENE Cedric UCI NC" userId="e853633b-421e-4807-95b8-7e283d54f0af" providerId="ADAL" clId="{91AEA5EF-D796-4094-A231-1451225C1149}" dt="2025-07-31T08:50:09.889" v="26" actId="20577"/>
      <pc:docMkLst>
        <pc:docMk/>
      </pc:docMkLst>
      <pc:sldChg chg="modNotesTx">
        <pc:chgData name="NKENE Cedric UCI NC" userId="e853633b-421e-4807-95b8-7e283d54f0af" providerId="ADAL" clId="{91AEA5EF-D796-4094-A231-1451225C1149}" dt="2025-07-31T08:47:48.175" v="0" actId="20577"/>
        <pc:sldMkLst>
          <pc:docMk/>
          <pc:sldMk cId="3575366425" sldId="256"/>
        </pc:sldMkLst>
      </pc:sldChg>
      <pc:sldChg chg="modNotesTx">
        <pc:chgData name="NKENE Cedric UCI NC" userId="e853633b-421e-4807-95b8-7e283d54f0af" providerId="ADAL" clId="{91AEA5EF-D796-4094-A231-1451225C1149}" dt="2025-07-31T08:48:14.129" v="1" actId="20577"/>
        <pc:sldMkLst>
          <pc:docMk/>
          <pc:sldMk cId="1503561140" sldId="257"/>
        </pc:sldMkLst>
      </pc:sldChg>
      <pc:sldChg chg="modNotesTx">
        <pc:chgData name="NKENE Cedric UCI NC" userId="e853633b-421e-4807-95b8-7e283d54f0af" providerId="ADAL" clId="{91AEA5EF-D796-4094-A231-1451225C1149}" dt="2025-07-31T08:48:19.744" v="2" actId="20577"/>
        <pc:sldMkLst>
          <pc:docMk/>
          <pc:sldMk cId="486891825" sldId="258"/>
        </pc:sldMkLst>
      </pc:sldChg>
      <pc:sldChg chg="modNotesTx">
        <pc:chgData name="NKENE Cedric UCI NC" userId="e853633b-421e-4807-95b8-7e283d54f0af" providerId="ADAL" clId="{91AEA5EF-D796-4094-A231-1451225C1149}" dt="2025-07-31T08:48:25.787" v="3" actId="20577"/>
        <pc:sldMkLst>
          <pc:docMk/>
          <pc:sldMk cId="2296841962" sldId="261"/>
        </pc:sldMkLst>
      </pc:sldChg>
      <pc:sldChg chg="modNotesTx">
        <pc:chgData name="NKENE Cedric UCI NC" userId="e853633b-421e-4807-95b8-7e283d54f0af" providerId="ADAL" clId="{91AEA5EF-D796-4094-A231-1451225C1149}" dt="2025-07-31T08:48:35.329" v="4" actId="20577"/>
        <pc:sldMkLst>
          <pc:docMk/>
          <pc:sldMk cId="360136336" sldId="262"/>
        </pc:sldMkLst>
      </pc:sldChg>
      <pc:sldChg chg="modNotesTx">
        <pc:chgData name="NKENE Cedric UCI NC" userId="e853633b-421e-4807-95b8-7e283d54f0af" providerId="ADAL" clId="{91AEA5EF-D796-4094-A231-1451225C1149}" dt="2025-07-31T08:48:52.632" v="7" actId="20577"/>
        <pc:sldMkLst>
          <pc:docMk/>
          <pc:sldMk cId="3289415191" sldId="264"/>
        </pc:sldMkLst>
      </pc:sldChg>
      <pc:sldChg chg="modNotesTx">
        <pc:chgData name="NKENE Cedric UCI NC" userId="e853633b-421e-4807-95b8-7e283d54f0af" providerId="ADAL" clId="{91AEA5EF-D796-4094-A231-1451225C1149}" dt="2025-07-31T08:48:48.196" v="6" actId="20577"/>
        <pc:sldMkLst>
          <pc:docMk/>
          <pc:sldMk cId="4032500974" sldId="265"/>
        </pc:sldMkLst>
      </pc:sldChg>
      <pc:sldChg chg="modNotesTx">
        <pc:chgData name="NKENE Cedric UCI NC" userId="e853633b-421e-4807-95b8-7e283d54f0af" providerId="ADAL" clId="{91AEA5EF-D796-4094-A231-1451225C1149}" dt="2025-07-31T08:48:57.539" v="8" actId="20577"/>
        <pc:sldMkLst>
          <pc:docMk/>
          <pc:sldMk cId="419141066" sldId="266"/>
        </pc:sldMkLst>
      </pc:sldChg>
      <pc:sldChg chg="modNotesTx">
        <pc:chgData name="NKENE Cedric UCI NC" userId="e853633b-421e-4807-95b8-7e283d54f0af" providerId="ADAL" clId="{91AEA5EF-D796-4094-A231-1451225C1149}" dt="2025-07-31T08:49:02.401" v="9" actId="20577"/>
        <pc:sldMkLst>
          <pc:docMk/>
          <pc:sldMk cId="1793544635" sldId="267"/>
        </pc:sldMkLst>
      </pc:sldChg>
      <pc:sldChg chg="modNotesTx">
        <pc:chgData name="NKENE Cedric UCI NC" userId="e853633b-421e-4807-95b8-7e283d54f0af" providerId="ADAL" clId="{91AEA5EF-D796-4094-A231-1451225C1149}" dt="2025-07-31T08:49:08.150" v="10" actId="20577"/>
        <pc:sldMkLst>
          <pc:docMk/>
          <pc:sldMk cId="3894929152" sldId="268"/>
        </pc:sldMkLst>
      </pc:sldChg>
      <pc:sldChg chg="modNotesTx">
        <pc:chgData name="NKENE Cedric UCI NC" userId="e853633b-421e-4807-95b8-7e283d54f0af" providerId="ADAL" clId="{91AEA5EF-D796-4094-A231-1451225C1149}" dt="2025-07-31T08:49:15.871" v="11" actId="20577"/>
        <pc:sldMkLst>
          <pc:docMk/>
          <pc:sldMk cId="701742212" sldId="269"/>
        </pc:sldMkLst>
      </pc:sldChg>
      <pc:sldChg chg="modNotesTx">
        <pc:chgData name="NKENE Cedric UCI NC" userId="e853633b-421e-4807-95b8-7e283d54f0af" providerId="ADAL" clId="{91AEA5EF-D796-4094-A231-1451225C1149}" dt="2025-07-31T08:49:21.635" v="12" actId="20577"/>
        <pc:sldMkLst>
          <pc:docMk/>
          <pc:sldMk cId="1476379605" sldId="270"/>
        </pc:sldMkLst>
      </pc:sldChg>
      <pc:sldChg chg="modNotesTx">
        <pc:chgData name="NKENE Cedric UCI NC" userId="e853633b-421e-4807-95b8-7e283d54f0af" providerId="ADAL" clId="{91AEA5EF-D796-4094-A231-1451225C1149}" dt="2025-07-31T08:49:26.245" v="13" actId="20577"/>
        <pc:sldMkLst>
          <pc:docMk/>
          <pc:sldMk cId="1762864872" sldId="271"/>
        </pc:sldMkLst>
      </pc:sldChg>
      <pc:sldChg chg="modNotesTx">
        <pc:chgData name="NKENE Cedric UCI NC" userId="e853633b-421e-4807-95b8-7e283d54f0af" providerId="ADAL" clId="{91AEA5EF-D796-4094-A231-1451225C1149}" dt="2025-07-31T08:49:35.506" v="15" actId="20577"/>
        <pc:sldMkLst>
          <pc:docMk/>
          <pc:sldMk cId="2740110071" sldId="272"/>
        </pc:sldMkLst>
      </pc:sldChg>
      <pc:sldChg chg="modNotesTx">
        <pc:chgData name="NKENE Cedric UCI NC" userId="e853633b-421e-4807-95b8-7e283d54f0af" providerId="ADAL" clId="{91AEA5EF-D796-4094-A231-1451225C1149}" dt="2025-07-31T08:49:40.636" v="16" actId="20577"/>
        <pc:sldMkLst>
          <pc:docMk/>
          <pc:sldMk cId="1868961883" sldId="273"/>
        </pc:sldMkLst>
      </pc:sldChg>
      <pc:sldChg chg="modNotesTx">
        <pc:chgData name="NKENE Cedric UCI NC" userId="e853633b-421e-4807-95b8-7e283d54f0af" providerId="ADAL" clId="{91AEA5EF-D796-4094-A231-1451225C1149}" dt="2025-07-31T08:49:44.303" v="17" actId="20577"/>
        <pc:sldMkLst>
          <pc:docMk/>
          <pc:sldMk cId="3975395485" sldId="275"/>
        </pc:sldMkLst>
      </pc:sldChg>
      <pc:sldChg chg="modNotesTx">
        <pc:chgData name="NKENE Cedric UCI NC" userId="e853633b-421e-4807-95b8-7e283d54f0af" providerId="ADAL" clId="{91AEA5EF-D796-4094-A231-1451225C1149}" dt="2025-07-31T08:49:52.152" v="20" actId="5793"/>
        <pc:sldMkLst>
          <pc:docMk/>
          <pc:sldMk cId="4131290577" sldId="276"/>
        </pc:sldMkLst>
      </pc:sldChg>
      <pc:sldChg chg="modNotesTx">
        <pc:chgData name="NKENE Cedric UCI NC" userId="e853633b-421e-4807-95b8-7e283d54f0af" providerId="ADAL" clId="{91AEA5EF-D796-4094-A231-1451225C1149}" dt="2025-07-31T08:49:55.034" v="21" actId="20577"/>
        <pc:sldMkLst>
          <pc:docMk/>
          <pc:sldMk cId="1113955157" sldId="277"/>
        </pc:sldMkLst>
      </pc:sldChg>
      <pc:sldChg chg="modNotesTx">
        <pc:chgData name="NKENE Cedric UCI NC" userId="e853633b-421e-4807-95b8-7e283d54f0af" providerId="ADAL" clId="{91AEA5EF-D796-4094-A231-1451225C1149}" dt="2025-07-31T08:49:58.496" v="22" actId="20577"/>
        <pc:sldMkLst>
          <pc:docMk/>
          <pc:sldMk cId="2532185941" sldId="278"/>
        </pc:sldMkLst>
      </pc:sldChg>
      <pc:sldChg chg="modNotesTx">
        <pc:chgData name="NKENE Cedric UCI NC" userId="e853633b-421e-4807-95b8-7e283d54f0af" providerId="ADAL" clId="{91AEA5EF-D796-4094-A231-1451225C1149}" dt="2025-07-31T08:50:04.079" v="25" actId="5793"/>
        <pc:sldMkLst>
          <pc:docMk/>
          <pc:sldMk cId="789865583" sldId="279"/>
        </pc:sldMkLst>
      </pc:sldChg>
      <pc:sldChg chg="modNotesTx">
        <pc:chgData name="NKENE Cedric UCI NC" userId="e853633b-421e-4807-95b8-7e283d54f0af" providerId="ADAL" clId="{91AEA5EF-D796-4094-A231-1451225C1149}" dt="2025-07-31T08:50:09.889" v="26" actId="20577"/>
        <pc:sldMkLst>
          <pc:docMk/>
          <pc:sldMk cId="841587692" sldId="282"/>
        </pc:sldMkLst>
      </pc:sldChg>
      <pc:sldChg chg="modNotesTx">
        <pc:chgData name="NKENE Cedric UCI NC" userId="e853633b-421e-4807-95b8-7e283d54f0af" providerId="ADAL" clId="{91AEA5EF-D796-4094-A231-1451225C1149}" dt="2025-07-31T08:48:41.864" v="5" actId="20577"/>
        <pc:sldMkLst>
          <pc:docMk/>
          <pc:sldMk cId="1948900120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C8BD3-F136-43D9-81DB-8940223CFDE3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39A6DB-2728-45A0-8755-1986F421C9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74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575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9539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628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21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70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793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8577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824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160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5325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2731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634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832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611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8805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9133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30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413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60201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832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13970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9A6DB-2728-45A0-8755-1986F421C968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8245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1A28DC-E6DF-4363-3441-CF782BC42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F31DC2-8C76-5D4D-41AF-5D35B383F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7F7873-DE0B-E2EE-6D4E-D7E6B14A0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F4CB6B-7591-44DF-D454-E6077A62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2AA992-BF31-720B-D823-93A1C8D0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418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DDA872-A109-C5AE-CAEE-620BEFFD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004875-8FDB-26DC-C354-03E41E622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23421B-D942-48BE-EE83-D89C5CE3C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6D989A-65F2-EBB2-2637-BCD217DD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E394F5-A03B-52A7-7412-C1ACF13C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115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7C1E01-C235-EB8A-9542-E243B6A23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E7EDBF-9BFB-E4A9-1A9E-E530357F5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9D1C4E-2D52-DF06-832E-43BE111F0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CF309D-5767-ECB6-8FE7-98D07439C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67E4BD-2538-8D81-33D2-68CA95EB0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450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85EB46-117D-6ADE-9EBD-EFDFB88FF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CCF781-AC2B-4A2C-9DAE-56E2A84AC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931E34-7410-D3AD-BEB0-4A89F1979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FAF684-1763-0FAD-FF49-E1E9E0C2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F8EAF5-24E8-B5D3-D6DF-DC70C486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856F04-75F5-02D9-0F12-15875FC80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C2A62D-3D22-91B0-5388-63382E528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2D44CF-588D-3143-F135-DCEC9BD45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0BD381-8910-0F66-4BDC-8EC9D4F30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5F2CBC8-1CE4-49BC-E52F-53470F29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BE08A3A-888C-2AE6-8980-24C01BEC2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4FE1107-686C-B801-D567-9FA3B46E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D2E2022-0421-38FF-09A7-8D7925D8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B89D0D-200D-FDDE-1F3C-B1AC3770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925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68C121-A7EC-5531-664B-FAD8BD20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BA7147-C183-8728-3E04-AABA2981B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66F05D7-4A1D-3FA0-C4F0-268FAD46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495C44-6A8E-E74B-0856-1DBC777D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392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273AD4E-C02B-0AC2-2622-179E166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4567BE1-20A2-00F9-E744-930241B5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E74C1A-71AB-410B-C3A6-A9757E5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593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D704D-C1F8-C176-571B-1A481E944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57813D-3EED-6664-EE0B-68194C391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903354A-117F-9AB5-7B94-561F93D6D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F44E8E-F179-D60D-83BE-13461A21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F5B7AE-9D9E-294A-4EA2-43CA91CE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9005B2-6997-2591-F55F-30A63BBFA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404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FBA8A7-1F2C-99A6-7E85-7CF86EE6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7B8682A-DB8E-E9DB-9F4C-17528CEA5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50939D-4FCE-8871-E755-D9D2E3096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2785B7-B941-F550-7950-43F0A84A6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A1BE3D-20CE-F0E3-82C7-C0DD54CC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A2489B-85EE-DBB3-E0F7-FACD52122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1373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D77C6-EB35-5B78-BA09-0D3A7FA8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91A3605-A1EE-38F2-4B06-5952B8069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CF0D64-486E-F000-E66C-6E6B7A75F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4CF4A8-5B60-3E86-2DB4-6064C01B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5AEEBA-F386-064B-F1D6-E3E31259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06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00DE80D-F7AD-A891-05C6-0EFED6C83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57C916-73F2-F88B-F489-F06E1266F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549E49-ED49-D6A5-74CC-B5A900BC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DD49C6-4B75-A03D-2DFC-2F313A77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F236CA-E22C-FCEB-9C12-260C068B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40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190FE9C-95ED-F930-3FD1-BAE7A6BA8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3F749A-3FDC-3C6F-C7B7-2615926E0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6CF324-69DB-A334-FF6E-A23D60260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45CF18-DC4F-4450-A874-5F4BA4723C3D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8E4C74-EE61-A629-5E60-40DF78EFC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495A1F-F69E-2A89-B016-8FE8BFDC6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6C638-8BD3-4087-B2AE-4B1C10BC4784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88766E1-940E-035A-E8D3-916991126A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931426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CFC5CF-15F4-1FD5-656F-0C6D40D05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6F7611-8A7F-E37A-2FFC-686510EFA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43638"/>
            <a:ext cx="9144000" cy="1655762"/>
          </a:xfrm>
        </p:spPr>
        <p:txBody>
          <a:bodyPr>
            <a:normAutofit/>
          </a:bodyPr>
          <a:lstStyle/>
          <a:p>
            <a:r>
              <a:rPr lang="fr-FR" sz="3600" dirty="0"/>
              <a:t>Détection de faux billet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B1951B2-4244-1CFA-9365-86580E72E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390" y="1600200"/>
            <a:ext cx="5761219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66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4A4AC-D060-C58B-59EA-714355CD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58BCC-891A-1FE9-18DA-B0E4A9353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dirty="0"/>
              <a:t>Contexte de la mission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Le jeu de données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Régression linéaire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Régression logistique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K-</a:t>
            </a:r>
            <a:r>
              <a:rPr lang="fr-FR" dirty="0" err="1"/>
              <a:t>means</a:t>
            </a:r>
            <a:endParaRPr lang="fr-FR" dirty="0"/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Recommandations</a:t>
            </a:r>
          </a:p>
          <a:p>
            <a:pPr marL="571500" indent="-571500">
              <a:buFont typeface="+mj-lt"/>
              <a:buAutoNum type="roman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356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C094A8-A3A5-7946-EC1B-CE7E888F4C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Contexte de la mission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FF9BD11-BA08-18BB-A9FE-648132922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8665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EA46E-B563-BBCA-3087-D7D8AA619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de la mission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6FD0EF-8886-150C-DCA6-DC4C6B938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271A38"/>
                </a:solidFill>
                <a:effectLst/>
                <a:latin typeface="Inter"/>
              </a:rPr>
              <a:t>objectif de mettre en place des méthodes d’identification des contrefaçons des billets en euros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6891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E9422A-37BF-F914-9D4B-4E0B7DA4A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 jeu de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CD529B6-BFFF-3B84-234F-B082D0C77A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525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7D94AF-A794-3DD8-04DC-7111CDC01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jeu de donnée (les données)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27731E-DB75-37C0-8EC4-43FD8F799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Fichier « billet »</a:t>
            </a:r>
          </a:p>
          <a:p>
            <a:r>
              <a:rPr lang="fr-FR" dirty="0"/>
              <a:t>Fichier « billet production »</a:t>
            </a:r>
          </a:p>
        </p:txBody>
      </p:sp>
    </p:spTree>
    <p:extLst>
      <p:ext uri="{BB962C8B-B14F-4D97-AF65-F5344CB8AC3E}">
        <p14:creationId xmlns:p14="http://schemas.microsoft.com/office/powerpoint/2010/main" val="2296841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D79240-D1A2-3147-0BA9-58B8438C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jeu de donnée (Nettoyage de donnée)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7B06DC-8508-D3CA-B4F5-F8420C88F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Préparation du jeu de donnée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97B047-1CDB-9587-26A9-D562C11F6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60" y="2585408"/>
            <a:ext cx="4485440" cy="283177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199D99B-2D0D-E344-B918-4942EFD33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35" y="2585408"/>
            <a:ext cx="2984030" cy="94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36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7D7719-3665-267E-C658-BC6C1CB9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jeu de donnée (Analyse exploratoire)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38C6498-34F9-0A27-39AC-6ED8B517E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477" y="1825625"/>
            <a:ext cx="2885046" cy="4351338"/>
          </a:xfrm>
        </p:spPr>
      </p:pic>
    </p:spTree>
    <p:extLst>
      <p:ext uri="{BB962C8B-B14F-4D97-AF65-F5344CB8AC3E}">
        <p14:creationId xmlns:p14="http://schemas.microsoft.com/office/powerpoint/2010/main" val="1948900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FE15F-675F-4A6E-E8F5-CD3A3B05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jeu de donnée (Analyse exploratoire )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609C0957-A9CF-DEAB-3BF4-79014FF742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136" y="1825625"/>
            <a:ext cx="4669728" cy="4351338"/>
          </a:xfrm>
        </p:spPr>
      </p:pic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E9C2734D-3C8F-336E-8328-07237C52F9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477" y="1863725"/>
            <a:ext cx="2885046" cy="4351338"/>
          </a:xfrm>
        </p:spPr>
      </p:pic>
    </p:spTree>
    <p:extLst>
      <p:ext uri="{BB962C8B-B14F-4D97-AF65-F5344CB8AC3E}">
        <p14:creationId xmlns:p14="http://schemas.microsoft.com/office/powerpoint/2010/main" val="4032500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092D21-FA71-C54D-96AE-38434699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jeu de donnée (Analyse exploratoire 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C591D80-D172-E858-9327-8846FC916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665" y="1722820"/>
            <a:ext cx="5510936" cy="4770055"/>
          </a:xfrm>
        </p:spPr>
      </p:pic>
    </p:spTree>
    <p:extLst>
      <p:ext uri="{BB962C8B-B14F-4D97-AF65-F5344CB8AC3E}">
        <p14:creationId xmlns:p14="http://schemas.microsoft.com/office/powerpoint/2010/main" val="3289415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F19948-872B-E3B4-07D5-28774EA73D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5CE5FC-E85A-D027-B4BE-839F02641D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141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6828A1-31E9-8386-F7F4-2919A3EF6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F62F03-89DF-C5C0-8374-5CEEC41A9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Régression linéaire multiple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6DE87F1-239E-523D-FDA0-0765EF6E4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Régression linéaire simple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C150E025-EA11-5A75-3D1D-2722FFD8D69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142" y="3175653"/>
            <a:ext cx="4973303" cy="931125"/>
          </a:xfrm>
        </p:spPr>
      </p:pic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B8F1B690-AF5A-E8B8-4C2B-3279B0E6F1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74" y="3175653"/>
            <a:ext cx="5333885" cy="931125"/>
          </a:xfrm>
        </p:spPr>
      </p:pic>
    </p:spTree>
    <p:extLst>
      <p:ext uri="{BB962C8B-B14F-4D97-AF65-F5344CB8AC3E}">
        <p14:creationId xmlns:p14="http://schemas.microsoft.com/office/powerpoint/2010/main" val="1793544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3B3C05-E298-FBD5-7C04-51C8E096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CD8E5C-6BB9-6330-5153-171F344C1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QQplot</a:t>
            </a:r>
            <a:endParaRPr lang="fr-FR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60E075F2-DADD-CB2E-50CD-F0AB5BBDCD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98" y="2505075"/>
            <a:ext cx="4575367" cy="3684588"/>
          </a:xfr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815B1BC-A9A5-9200-F666-6C82817CF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Distribution des résidus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99991691-3D67-BE57-8223-6F77B5D7F1C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218" y="2808287"/>
            <a:ext cx="3393151" cy="3684588"/>
          </a:xfrm>
        </p:spPr>
      </p:pic>
    </p:spTree>
    <p:extLst>
      <p:ext uri="{BB962C8B-B14F-4D97-AF65-F5344CB8AC3E}">
        <p14:creationId xmlns:p14="http://schemas.microsoft.com/office/powerpoint/2010/main" val="3894929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362AF7-2350-C4FD-F23A-E9A670CD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22F6050B-66B9-09EC-DFFF-6F5D47C82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Test de Shapiro-</a:t>
            </a:r>
            <a:r>
              <a:rPr lang="fr-FR" dirty="0" err="1"/>
              <a:t>Wilk</a:t>
            </a:r>
            <a:r>
              <a:rPr lang="fr-FR" dirty="0"/>
              <a:t> :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152B555-1EAB-1FA3-B372-CFD386650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26761"/>
            <a:ext cx="7373486" cy="44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42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1956B1-45CC-82F3-99EC-F9F2E2B1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5F8DF3-9BD4-8239-A7DA-61AB2E2CC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Homoscédasticité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364FB8-1F3C-0042-1A6E-0D61D756A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75731"/>
            <a:ext cx="750701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79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3D5E88-C2F0-439A-2F68-74C2B2F12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0EA20E-D83D-2D52-9BA5-E2A8AA6D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Colinéarité des variables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145FF7-6B0C-D219-BFA2-B1FB9BF67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894" y="2830758"/>
            <a:ext cx="3503105" cy="306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6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19C4F4-BDD5-31AB-9E09-6447E4F7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51A2E0E-DD93-1168-6F7D-B2860DCFB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89367"/>
            <a:ext cx="10515600" cy="3823854"/>
          </a:xfrm>
        </p:spPr>
      </p:pic>
    </p:spTree>
    <p:extLst>
      <p:ext uri="{BB962C8B-B14F-4D97-AF65-F5344CB8AC3E}">
        <p14:creationId xmlns:p14="http://schemas.microsoft.com/office/powerpoint/2010/main" val="2740110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BCB701-76D6-2982-7788-555B514D1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F5A8EE-7D33-CE0D-6201-43420EA57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Application</a:t>
            </a:r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13E94F7-F160-AA52-BD30-CF8871CA6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32729"/>
            <a:ext cx="6008914" cy="260146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A0CC1B8-3312-095A-5F9C-8CD14EDF7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855" y="1907738"/>
            <a:ext cx="4271945" cy="458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61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F19948-872B-E3B4-07D5-28774EA73D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Régression logistique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5CE5FC-E85A-D027-B4BE-839F02641D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5395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34FE82-14D7-B448-8E05-0E6AE318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logistique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B58755-12B0-16C3-A768-6EFF4D8DB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Régression Logistique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E19D7D-CD4B-F7DD-530F-E4A0C0830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3" y="2587428"/>
            <a:ext cx="6977743" cy="243088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C33CB29-D424-0CD3-731D-87AC8CA675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058" y="2587428"/>
            <a:ext cx="4458370" cy="390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90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F19948-872B-E3B4-07D5-28774EA73D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K-</a:t>
            </a:r>
            <a:r>
              <a:rPr lang="fr-FR" dirty="0" err="1"/>
              <a:t>means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5CE5FC-E85A-D027-B4BE-839F02641D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3955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95375-FF55-BC90-06F0-0FBADE66F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K-</a:t>
            </a:r>
            <a:r>
              <a:rPr lang="fr-FR" dirty="0" err="1"/>
              <a:t>means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015381-62D3-AA67-45CE-1D558FAB6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Graphe Silhouette score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71C17915-8424-97AB-1FBB-C0B83C1E18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35842"/>
            <a:ext cx="5157787" cy="3423053"/>
          </a:xfr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918D59-B272-7C61-E3F9-4944E1D68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Silhouette score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A9FDA9EA-FA0D-B810-537D-713F963EF33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429" y="2781323"/>
            <a:ext cx="2087671" cy="3274934"/>
          </a:xfrm>
        </p:spPr>
      </p:pic>
    </p:spTree>
    <p:extLst>
      <p:ext uri="{BB962C8B-B14F-4D97-AF65-F5344CB8AC3E}">
        <p14:creationId xmlns:p14="http://schemas.microsoft.com/office/powerpoint/2010/main" val="2532185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8FD53A-3A7B-A512-74D6-6E33036FC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K-</a:t>
            </a:r>
            <a:r>
              <a:rPr lang="fr-FR" dirty="0" err="1"/>
              <a:t>means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3DE995D-57F8-902A-73F5-6FBFAB470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510" y="2179956"/>
            <a:ext cx="5524979" cy="3642676"/>
          </a:xfrm>
        </p:spPr>
      </p:pic>
    </p:spTree>
    <p:extLst>
      <p:ext uri="{BB962C8B-B14F-4D97-AF65-F5344CB8AC3E}">
        <p14:creationId xmlns:p14="http://schemas.microsoft.com/office/powerpoint/2010/main" val="789865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E32DA-AF96-E226-22DC-07D61481A2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Les Recommandations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9DAD10-31DB-3A77-2872-8F02FB1A5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057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55C8EE-5A7C-BFB0-0603-4D8905C4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6121C7-A77A-556D-FB08-395F878C3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modèle de régression logistique étant plus fiable c’est celui-ci que nous allons utiliser pour la prédiction des vrais et faux billets</a:t>
            </a:r>
          </a:p>
          <a:p>
            <a:r>
              <a:rPr lang="fr-FR" dirty="0"/>
              <a:t>Caractéristiques similaires entre certains vrais et faux billets</a:t>
            </a:r>
          </a:p>
        </p:txBody>
      </p:sp>
    </p:spTree>
    <p:extLst>
      <p:ext uri="{BB962C8B-B14F-4D97-AF65-F5344CB8AC3E}">
        <p14:creationId xmlns:p14="http://schemas.microsoft.com/office/powerpoint/2010/main" val="841587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4E79F4-C640-A7DA-85E1-A713C915A8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Merci pour votre attention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30E41EF-0747-A7CD-1AF4-FD2C627CCA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62345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208</Words>
  <Application>Microsoft Office PowerPoint</Application>
  <PresentationFormat>Grand écran</PresentationFormat>
  <Paragraphs>71</Paragraphs>
  <Slides>26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Consolas</vt:lpstr>
      <vt:lpstr>Helvetica 75 Bold</vt:lpstr>
      <vt:lpstr>Inter</vt:lpstr>
      <vt:lpstr>Thème Office</vt:lpstr>
      <vt:lpstr>Présentation PowerPoint</vt:lpstr>
      <vt:lpstr>Introduction</vt:lpstr>
      <vt:lpstr>Contexte de la mission</vt:lpstr>
      <vt:lpstr>Contexte de la mission</vt:lpstr>
      <vt:lpstr>Le jeu de données</vt:lpstr>
      <vt:lpstr>Le jeu de donnée (les données)</vt:lpstr>
      <vt:lpstr>Le jeu de donnée (Nettoyage de donnée)</vt:lpstr>
      <vt:lpstr>Le jeu de donnée (Analyse exploratoire)</vt:lpstr>
      <vt:lpstr>Le jeu de donnée (Analyse exploratoire )</vt:lpstr>
      <vt:lpstr>Le jeu de donnée (Analyse exploratoire )</vt:lpstr>
      <vt:lpstr>Régression linéaire</vt:lpstr>
      <vt:lpstr>Régression linéaire</vt:lpstr>
      <vt:lpstr>Régression linéaire</vt:lpstr>
      <vt:lpstr>Régression linéaire</vt:lpstr>
      <vt:lpstr>Régression linéaire</vt:lpstr>
      <vt:lpstr>Régression linéaire</vt:lpstr>
      <vt:lpstr>Régression linéaire</vt:lpstr>
      <vt:lpstr>Régression linéaire</vt:lpstr>
      <vt:lpstr>Régression logistique</vt:lpstr>
      <vt:lpstr>Régression logistique</vt:lpstr>
      <vt:lpstr>K-means</vt:lpstr>
      <vt:lpstr>K-means</vt:lpstr>
      <vt:lpstr>K-means</vt:lpstr>
      <vt:lpstr>Les Recommandations</vt:lpstr>
      <vt:lpstr>Recommandations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NKENE Cedric UCI NC</dc:creator>
  <cp:lastModifiedBy>NKENE Cedric UCI NC</cp:lastModifiedBy>
  <cp:revision>20</cp:revision>
  <dcterms:created xsi:type="dcterms:W3CDTF">2025-07-22T09:32:18Z</dcterms:created>
  <dcterms:modified xsi:type="dcterms:W3CDTF">2025-07-31T08:50:14Z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Thème Office:8</vt:lpwstr>
  </property>
  <property fmtid="{D5CDD505-2E9C-101B-9397-08002B2CF9AE}" pid="3" name="ClassificationContentMarkingFooterText">
    <vt:lpwstr>Orange Restricted</vt:lpwstr>
  </property>
</Properties>
</file>